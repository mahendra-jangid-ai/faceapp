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FaceAuth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Offline Facial Recognition &amp; Liveness Detection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Datalake 3.0 | Zero-Network Authentication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7.0 SUBMISSION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0" y="4389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F2B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13716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63040"/>
            <a:ext cx="73152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463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Connectivity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74720" y="14630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personnel work in remote locations with no internet access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33172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331720"/>
            <a:ext cx="73152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3317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Fraud Risk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74720" y="23317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Photo-based spoofing can bypass simple camera checks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20040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200400"/>
            <a:ext cx="73152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2004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Constraints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74720" y="32004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run on mid-range phones with limited GPU and 3GB RAM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406908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4069080"/>
            <a:ext cx="73152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4069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Need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474720" y="40690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plug into existing Datalake 3.0 React Native architecture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4206240"/>
            <a:ext cx="7680960" cy="64008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4206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field personnel accurately, securely, and entirely offline on standard mobile devices.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F2B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13716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1828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63040"/>
            <a:ext cx="18288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91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MobileFaceNet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19456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 params, 128-d embeddings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CASIA-WebFace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88920" y="1463040"/>
            <a:ext cx="1828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88920" y="1463040"/>
            <a:ext cx="18288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2788920" y="1691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Kit Detection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26080" y="219456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landmarks, smile/eye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probability, head pose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1463040"/>
            <a:ext cx="1828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463040"/>
            <a:ext cx="18288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691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83480" y="219456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inference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quantized (1.1 MB)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03720" y="1463040"/>
            <a:ext cx="1828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03720" y="1463040"/>
            <a:ext cx="1828800" cy="54864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1691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19456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app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+ iOS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3749040"/>
            <a:ext cx="76809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05840" y="3794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160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Capture  →  Face Detection (ML Kit)  →  Liveness Check  →  ONNX Inference  →  Cosine Similarity  →  Auth Result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F2B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Performance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13716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1828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554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99.28%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LFW Accuracy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&gt; 95%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88920" y="1463040"/>
            <a:ext cx="1828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88920" y="1554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1.1 MB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788920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 (INT8)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88920" y="2651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 20 MB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1463040"/>
            <a:ext cx="1828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1554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63 ms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846320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Latency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651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 1000 ms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03720" y="1463040"/>
            <a:ext cx="1828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03720" y="1554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1.0 M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903720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03720" y="2651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3383280"/>
            <a:ext cx="76809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05840" y="3474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Details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384048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MobileFaceNet (Inverted Residual blocks + Depthwise Separable Convolutions)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Function: ArcFace (Additive Angular Margin, s=64, m=0.5) for discriminative embeddings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CASIA-WebFace (490K images, 10.5K identities) | Evaluation: LFW 6000 pairs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40 epochs, SGD + cosine LR decay, AMP (FP16), ~6.5 hours on T4 GPU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F2B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Liveness Detection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13716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1828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63040"/>
            <a:ext cx="1828800" cy="54864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 Detection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eyeOpenProbability &lt; 0.3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both eyes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Kit Classification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88920" y="1463040"/>
            <a:ext cx="1828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88920" y="1463040"/>
            <a:ext cx="1828800" cy="54864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13" name="Text 11"/>
          <p:cNvSpPr/>
          <p:nvPr/>
        </p:nvSpPr>
        <p:spPr>
          <a:xfrm>
            <a:off x="278892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88920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 Detection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80360" y="2286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smilingProbability &gt; 0.7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face classification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88920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Kit Classification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46320" y="1463040"/>
            <a:ext cx="1828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1463040"/>
            <a:ext cx="1828800" cy="54864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Head Left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2286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headEulerAngleY &gt; 18°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(yaw rotation)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Kit Head Pose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903720" y="1463040"/>
            <a:ext cx="1828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03720" y="1463040"/>
            <a:ext cx="1828800" cy="54864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25" name="Text 23"/>
          <p:cNvSpPr/>
          <p:nvPr/>
        </p:nvSpPr>
        <p:spPr>
          <a:xfrm>
            <a:off x="690372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03720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Head Right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5160" y="2286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headEulerAngleY &lt; -18°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(yaw rotation)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03720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Kit Head Pose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31520" y="3566160"/>
            <a:ext cx="7680960" cy="128016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0" name="Text 28"/>
          <p:cNvSpPr/>
          <p:nvPr/>
        </p:nvSpPr>
        <p:spPr>
          <a:xfrm>
            <a:off x="1005840" y="3657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Anti-Spoofing Strategy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05840" y="402336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 3-challenge sequence from 4 possible actions prevents replay attacks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ML Kit processing ensures challenges are performed live, not pre-recorded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challenge has a timeout window — static photos cannot pass dynamic checks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F2B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13716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73152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3716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UI Layer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931920" y="137160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Navigation, Screens, Theme, Animations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194560"/>
            <a:ext cx="73152" cy="6858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1945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 (TypeScript)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31920" y="219456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Database, Sync, Embedding Utils, Liveness Logic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01752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017520"/>
            <a:ext cx="73152" cy="6858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0175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Bridge (Kotlin)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931920" y="301752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FaceProcessorModule — Camera to Embedding pipeline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384048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3840480"/>
            <a:ext cx="73152" cy="68580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38404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 Layer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931920" y="384048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Kit Face Detection  |  ONNX Runtime  |  MobileFaceNet INT8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297680" y="20574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8090"/>
                </a:solidFill>
              </a:rPr>
              <a:t>▼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297680" y="28803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8090"/>
                </a:solidFill>
              </a:rPr>
              <a:t>▼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97680" y="3703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8090"/>
                </a:solidFill>
              </a:rPr>
              <a:t>▼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F2B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Offline-First Design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13716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36576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463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05840" y="1965960"/>
            <a:ext cx="32004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65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63040" y="1965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40280" y="1965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face → Generate embedding → Store locally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05840" y="2514600"/>
            <a:ext cx="32004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63040" y="25146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40280" y="2514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check → Capture → Match against stored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05840" y="3063240"/>
            <a:ext cx="32004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063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63040" y="30632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40280" y="3063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authentication attempt with timestamp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05840" y="3611880"/>
            <a:ext cx="32004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3611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463040" y="36118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40280" y="3611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online: push data to AWS endpoint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05840" y="4160520"/>
            <a:ext cx="32004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4160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463040" y="4160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PURGE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240280" y="4160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sync confirmation: remove synced data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1371600"/>
            <a:ext cx="36576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937760" y="1463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Sync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029200" y="1965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Storage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0" y="1965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AsyncStorage for face embeddings (128-d float arrays) and auth logs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29200" y="2514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Detection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0" y="2514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NetInfo monitors connectivity changes in real-time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0" y="3063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Sync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0" y="3063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network available, push unsynced records to configured AWS endpoint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29200" y="3611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Purge Policy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0" y="3611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successful sync, synced records are removed from device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29200" y="4160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Resolution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00800" y="4160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timestamp reconciliation for multi-device scenarios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Specifications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371600" cy="36576"/>
          </a:xfrm>
          <a:prstGeom prst="rect">
            <a:avLst/>
          </a:prstGeom>
          <a:solidFill>
            <a:srgbClr val="02C39A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76809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1828800"/>
                <a:gridCol w="17373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Footprint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 MB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890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20 MB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Inference Speed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890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1000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Recognition 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99.28%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890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95%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Android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24 (7.0)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890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8.0+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GB used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890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GB device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890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hackathon technical constraints satisfied with significant margin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F2B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13716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45920"/>
            <a:ext cx="18288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828800"/>
            <a:ext cx="1463040" cy="2194560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560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4160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Dashboard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88920" y="1645920"/>
            <a:ext cx="18288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71800" y="1828800"/>
            <a:ext cx="1463040" cy="2194560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11" name="Text 9"/>
          <p:cNvSpPr/>
          <p:nvPr/>
        </p:nvSpPr>
        <p:spPr>
          <a:xfrm>
            <a:off x="2971800" y="2560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88920" y="4160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Enrollment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1645920"/>
            <a:ext cx="18288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0" y="1828800"/>
            <a:ext cx="1463040" cy="2194560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2560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4160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Detection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03720" y="1645920"/>
            <a:ext cx="18288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086600" y="1828800"/>
            <a:ext cx="1463040" cy="2194560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19" name="Text 17"/>
          <p:cNvSpPr/>
          <p:nvPr/>
        </p:nvSpPr>
        <p:spPr>
          <a:xfrm>
            <a:off x="7086600" y="2560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03720" y="4160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Result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F2B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Datalake 3.0 Integration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13716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73152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371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Compatible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0" y="13716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a standalone React Native module with TypeScript. Drop-in integration via npm package or direct source inclusion into the Datalake app.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24028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240280"/>
            <a:ext cx="73152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2402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API Contract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22402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/api/sync endpoint receives JSON payload with enrollment data and auth logs. Device timestamp included for server-side reconciliation.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10896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108960"/>
            <a:ext cx="73152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1089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AWS-Ready Sync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31089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server URL. Auto-detects network via NetInfo. Batch sync of unsynced records. Supports custom auth headers for AWS API Gateway.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97764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3977640"/>
            <a:ext cx="73152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39776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Purge After Sync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0" y="39776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server confirms receipt, synced records are purged from the device. Keeps storage lean for extended offline operation periods.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4023360"/>
            <a:ext cx="7680960" cy="82296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411480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seamless integration with zero changes to the existing Datalake 3.0 codebase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2834640"/>
            <a:ext cx="27432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FaceAuth  |  Hackathon 7.0  |  Datalake 3.0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343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 •  Offline-First  •  99.28% Accuracy  •  1.1 MB Model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FaceAuth - Offline Facial Recognition &amp; Liveness Detection</dc:title>
  <dc:subject>PptxGenJS Presentation</dc:subject>
  <dc:creator>Hackathon 7.0 Team</dc:creator>
  <cp:lastModifiedBy>Hackathon 7.0 Team</cp:lastModifiedBy>
  <cp:revision>1</cp:revision>
  <dcterms:created xsi:type="dcterms:W3CDTF">2026-06-03T12:52:19Z</dcterms:created>
  <dcterms:modified xsi:type="dcterms:W3CDTF">2026-06-03T12:52:19Z</dcterms:modified>
</cp:coreProperties>
</file>