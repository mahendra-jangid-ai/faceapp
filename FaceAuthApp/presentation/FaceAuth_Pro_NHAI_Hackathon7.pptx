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FaceAuth Pro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Face Recognition &amp; Geofenced Attendance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Datalake 3.0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F1B3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480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NHAI Hackathon 7.0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40480" y="4572000"/>
            <a:ext cx="1234440" cy="320040"/>
          </a:xfrm>
          <a:prstGeom prst="rect">
            <a:avLst>
              <a:gd name="adj" fmla="val 14286"/>
            </a:avLst>
          </a:prstGeom>
          <a:solidFill>
            <a:srgbClr val="1A73E8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0" y="45720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99.28% LFW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212080" y="4572000"/>
            <a:ext cx="1234440" cy="320040"/>
          </a:xfrm>
          <a:prstGeom prst="rect">
            <a:avLst>
              <a:gd name="adj" fmla="val 14286"/>
            </a:avLst>
          </a:prstGeom>
          <a:solidFill>
            <a:srgbClr val="1A73E8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45720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1.15 MB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0" y="4572000"/>
            <a:ext cx="1234440" cy="320040"/>
          </a:xfrm>
          <a:prstGeom prst="rect">
            <a:avLst>
              <a:gd name="adj" fmla="val 14286"/>
            </a:avLst>
          </a:prstGeom>
          <a:solidFill>
            <a:srgbClr val="1A73E8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45720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Offline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955280" y="4572000"/>
            <a:ext cx="1234440" cy="320040"/>
          </a:xfrm>
          <a:prstGeom prst="rect">
            <a:avLst>
              <a:gd name="adj" fmla="val 14286"/>
            </a:avLst>
          </a:prstGeom>
          <a:solidFill>
            <a:srgbClr val="1A73E8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0" y="45720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5-Layer Security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74980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377440" y="13533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377440" y="16642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 construction workers at sites with no internet connectivity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768096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48840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377440" y="22219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377440" y="25328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confirm a worker is physically at the correct site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7680960" cy="74980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017520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30%+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377440" y="30906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Fraud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377440" y="34015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registers allow one person to sign for others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886200"/>
            <a:ext cx="768096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886200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377440" y="39593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Devices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377440" y="42702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devices require connectivity that doesn't exist in the field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25146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508760"/>
            <a:ext cx="502920" cy="502920"/>
          </a:xfrm>
          <a:prstGeom prst="ellipse">
            <a:avLst/>
          </a:prstGeom>
          <a:solidFill>
            <a:srgbClr val="E3F2F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54480" y="14630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Custom-Trained AI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MobileFaceNet: 99.28% LFW, trained by us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280160"/>
            <a:ext cx="25146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11880" y="1508760"/>
            <a:ext cx="502920" cy="502920"/>
          </a:xfrm>
          <a:prstGeom prst="ellipse">
            <a:avLst/>
          </a:prstGeom>
          <a:solidFill>
            <a:srgbClr val="E3F2FD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51960" y="14630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Offline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11880" y="21488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processing on-device, no internet needed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280160"/>
            <a:ext cx="25146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508760"/>
            <a:ext cx="502920" cy="502920"/>
          </a:xfrm>
          <a:prstGeom prst="ellipse">
            <a:avLst/>
          </a:prstGeom>
          <a:solidFill>
            <a:srgbClr val="E3F2FD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49440" y="14630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Anti-Spoof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21488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+ Laplacian texture + geofence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017520"/>
            <a:ext cx="25146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3246120"/>
            <a:ext cx="502920" cy="502920"/>
          </a:xfrm>
          <a:prstGeom prst="ellipse">
            <a:avLst/>
          </a:prstGeom>
          <a:solidFill>
            <a:srgbClr val="E3F2FD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54480" y="32004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Geofenced Attendance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886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verifies worker is at correct site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29000" y="3017520"/>
            <a:ext cx="25146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11880" y="3246120"/>
            <a:ext cx="502920" cy="502920"/>
          </a:xfrm>
          <a:prstGeom prst="ellipse">
            <a:avLst/>
          </a:prstGeom>
          <a:solidFill>
            <a:srgbClr val="E3F2FD"/>
          </a:solidFill>
          <a:ln/>
        </p:spPr>
      </p:sp>
      <p:sp>
        <p:nvSpPr>
          <p:cNvPr id="25" name="Text 23"/>
          <p:cNvSpPr/>
          <p:nvPr/>
        </p:nvSpPr>
        <p:spPr>
          <a:xfrm>
            <a:off x="361188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51960" y="32004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Storage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11880" y="3886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for all biometric embeddings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3017520"/>
            <a:ext cx="25146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09360" y="3246120"/>
            <a:ext cx="502920" cy="502920"/>
          </a:xfrm>
          <a:prstGeom prst="ellipse">
            <a:avLst/>
          </a:prstGeom>
          <a:solidFill>
            <a:srgbClr val="E3F2FD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1MB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49440" y="32004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Ultra-Lightweight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09360" y="3886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1.15 MB model, runs on any phone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compute: &lt;400ms  |  All on-device  |  Zero cloud dependency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463040"/>
            <a:ext cx="960120" cy="1188720"/>
          </a:xfrm>
          <a:prstGeom prst="rect">
            <a:avLst/>
          </a:prstGeom>
          <a:solidFill>
            <a:srgbClr val="1A73E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55448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224028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80160" y="173736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99032" y="1463040"/>
            <a:ext cx="960120" cy="118872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99032" y="155448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99032" y="224028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80ms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59152" y="173736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78024" y="1463040"/>
            <a:ext cx="960120" cy="1188720"/>
          </a:xfrm>
          <a:prstGeom prst="rect">
            <a:avLst/>
          </a:prstGeom>
          <a:solidFill>
            <a:srgbClr val="0D47A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78024" y="155448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78024" y="224028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38144" y="173736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557016" y="1463040"/>
            <a:ext cx="960120" cy="1188720"/>
          </a:xfrm>
          <a:prstGeom prst="rect">
            <a:avLst/>
          </a:prstGeom>
          <a:solidFill>
            <a:srgbClr val="00BFA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57016" y="155448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Checks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57016" y="224028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17136" y="173736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36008" y="1463040"/>
            <a:ext cx="960120" cy="1188720"/>
          </a:xfrm>
          <a:prstGeom prst="rect">
            <a:avLst/>
          </a:prstGeom>
          <a:solidFill>
            <a:srgbClr val="1A73E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36008" y="155448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36008" y="224028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63ms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96128" y="173736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715000" y="1463040"/>
            <a:ext cx="960120" cy="118872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715000" y="155448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15000" y="224028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75120" y="173736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793992" y="1463040"/>
            <a:ext cx="960120" cy="1188720"/>
          </a:xfrm>
          <a:prstGeom prst="rect">
            <a:avLst/>
          </a:prstGeom>
          <a:solidFill>
            <a:srgbClr val="00C85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793992" y="155448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93992" y="224028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54112" y="173736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872984" y="1463040"/>
            <a:ext cx="960120" cy="1188720"/>
          </a:xfrm>
          <a:prstGeom prst="rect">
            <a:avLst/>
          </a:prstGeom>
          <a:solidFill>
            <a:srgbClr val="0D47A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872984" y="155448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872984" y="224028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" y="3200400"/>
            <a:ext cx="7680960" cy="13716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Storage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1440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for embeddings at rest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56616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Attendance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56616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Check-in/out with GPS + site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1792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Queue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21792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Auto-retry when online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5-Layer Security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457200" cy="64008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115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Detection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38988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3-of-4 challenges: blink, smile, turn left, turn right. State-machine transition detection defeats pre-recorded videos.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847088"/>
            <a:ext cx="457200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4708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1865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Anti-Spoof Analysis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13969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Kotlin Laplacian variance texture analysis. Detects printed photos (flat texture) and screen replays (moire patterns).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2596896"/>
            <a:ext cx="457200" cy="6400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96896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2615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 Validation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88950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great-circle GPS distance calculation. Configurable work sites with 500m default radius enforcement.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346704"/>
            <a:ext cx="457200" cy="64008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346704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364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Storage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6393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 for all face embeddings at rest. Keys stored device-local, never exported.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4096512"/>
            <a:ext cx="457200" cy="640080"/>
          </a:xfrm>
          <a:prstGeom prst="rect">
            <a:avLst/>
          </a:prstGeom>
          <a:solidFill>
            <a:srgbClr val="FF910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09651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7160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Prevention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3891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&gt; 0.75 blocks re-enrollment. Prevents one person from having multiple identities.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Custom-trained by us, not pre-trained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657600" cy="13258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73152" cy="132588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554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99.28%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LFW Accuracy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3591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10-fold cross-validation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463040"/>
            <a:ext cx="3657600" cy="13258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4846320" y="1463040"/>
            <a:ext cx="73152" cy="132588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554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1.15 MB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120640" y="2057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23591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quantized ONNX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017520"/>
            <a:ext cx="3657600" cy="13258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017520"/>
            <a:ext cx="73152" cy="132588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108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ms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00584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913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Single-thread CPU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3017520"/>
            <a:ext cx="3657600" cy="13258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4846320" y="3017520"/>
            <a:ext cx="73152" cy="132588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3108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512064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20640" y="3913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MobileFaceNet architecture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219456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FaceAuth Pro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Competitor 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Competitor B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Custom Trained Model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C8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99.28% LFW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Pre-trained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Pre-trained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Model Size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C8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 MB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 MB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 MB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All Features Working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C8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(7/7)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3/5 mocked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 404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Anti-Spoof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C8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Laplacian + Liveness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Claims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Geofencing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C8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built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built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Analytics Dashboard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C8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Hindi Localization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C8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Duplicate Detection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C8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Feature Set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fully functional screens  |  0 mocked  |  0 placeholder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56032" cy="256032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139903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enrollment with duplicate detection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2121408"/>
            <a:ext cx="256032" cy="256032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21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" y="20574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3-challenge randomized liveness verification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2779776"/>
            <a:ext cx="256032" cy="256032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79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43000" y="271576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Laplacian anti-spoof analysis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3438144"/>
            <a:ext cx="256032" cy="256032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38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" y="337413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check-in / check-out attendance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4096512"/>
            <a:ext cx="256032" cy="256032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96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" y="403250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geofence enforcement at work sites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46320" y="1463040"/>
            <a:ext cx="256032" cy="256032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463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57800" y="139903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with weekly trends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846320" y="2121408"/>
            <a:ext cx="256032" cy="256032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121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57800" y="20574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/ English localization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846320" y="2779776"/>
            <a:ext cx="256032" cy="256032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779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57800" y="271576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encrypted biometric storage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846320" y="3438144"/>
            <a:ext cx="256032" cy="256032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3438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57800" y="337413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auth history with security metadata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846320" y="4096512"/>
            <a:ext cx="256032" cy="256032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4096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57800" y="403250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sync to AWS with retry logic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Datalake 3.0 Integration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219456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280160"/>
            <a:ext cx="7132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Single API call — auth + geofence + attendance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FaceAuthModule.markAttendance(imagePath);
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result.authenticated    → true/false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result.withinGeofence   → GPS validated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result.attendanceAction → 'Checked In' | 'Checked Out'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result.spoofScore       → anti-spoof confidence
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794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API Call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4160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auth + attendance in one function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365760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0" y="3794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4160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processing on-device, zero cloud dependency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365760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3794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4160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data and syncs with retry when online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0" y="1097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0.85.3, TypeScript 5.8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76809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react-native-vision-camera 5.0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920240"/>
            <a:ext cx="7680960" cy="3657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Runtime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Android 1.18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331720"/>
            <a:ext cx="76809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331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ML Kit 16.1.7 (bundled offline)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0" y="2743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MobileFaceNet (ArcFace, CASIA-WebFace)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154680"/>
            <a:ext cx="76809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3154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AsyncStorage with AES-256 encryption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3566160"/>
            <a:ext cx="7680960" cy="3657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3566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Navigation 7.x (native stack)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3977640"/>
            <a:ext cx="76809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3977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0" y="3977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i18n (Hindi + English)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0400" y="4389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tests passing, 0 TypeScript errors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Screens — All Fully Functional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37490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43000"/>
            <a:ext cx="54864" cy="7772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188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KPIs, quick actions, security badges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37490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057400"/>
            <a:ext cx="54864" cy="7772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103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423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challenges + anti-spoof + face recognition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2971800"/>
            <a:ext cx="37490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971800"/>
            <a:ext cx="54864" cy="7772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017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337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capture + duplicate detection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886200"/>
            <a:ext cx="37490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886200"/>
            <a:ext cx="54864" cy="7772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931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4251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check-in/out records with GPS status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1143000"/>
            <a:ext cx="37490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143000"/>
            <a:ext cx="54864" cy="7772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21" name="Text 19"/>
          <p:cNvSpPr/>
          <p:nvPr/>
        </p:nvSpPr>
        <p:spPr>
          <a:xfrm>
            <a:off x="5074920" y="1188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7492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Analytics: success rates, trends, security metrics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2057400"/>
            <a:ext cx="37490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2057400"/>
            <a:ext cx="54864" cy="7772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2103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74920" y="2423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logs with geofence and spoof data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46320" y="2971800"/>
            <a:ext cx="37490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2971800"/>
            <a:ext cx="54864" cy="7772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29" name="Text 27"/>
          <p:cNvSpPr/>
          <p:nvPr/>
        </p:nvSpPr>
        <p:spPr>
          <a:xfrm>
            <a:off x="5074920" y="3017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74920" y="3337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config, geofence sites, user management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FaceAuth Pro v2.0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99.28% Accuracy  |  1.15 MB  |  100% Offline  |  5-Layer Security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F1B3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NHAI Hackathon 7.0  —  Datalake 3.0 Integration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FaceAuth Pro v2.0 — NHAI Hackathon 7.0</dc:title>
  <dc:subject>PptxGenJS Presentation</dc:subject>
  <dc:creator>FaceAuth Pro Team</dc:creator>
  <cp:lastModifiedBy>FaceAuth Pro Team</cp:lastModifiedBy>
  <cp:revision>1</cp:revision>
  <dcterms:created xsi:type="dcterms:W3CDTF">2026-06-04T05:37:22Z</dcterms:created>
  <dcterms:modified xsi:type="dcterms:W3CDTF">2026-06-04T05:37:22Z</dcterms:modified>
</cp:coreProperties>
</file>