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FF6B35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00D4FF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58968" y="777240"/>
            <a:ext cx="1280160" cy="128016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pic>
        <p:nvPicPr>
          <p:cNvPr id="5" name="Image 0" descr="C:\Users\Khamir\OneDrive\Desktop\Face Detect\FaceAuthApp\docs\nha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886968"/>
            <a:ext cx="1097280" cy="10607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331720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NHAI </a:t>
            </a:r>
            <a:pPr algn="ctr" indent="0" marL="0">
              <a:buNone/>
            </a:pPr>
            <a:r>
              <a:rPr lang="en-US" sz="5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FACE AUTH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1371600" y="333756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 biometric authentication &amp; attendance for highway worksites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180948" y="411480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121A2E"/>
          </a:solidFill>
          <a:ln w="15875">
            <a:solidFill>
              <a:srgbClr val="00E67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80948" y="4114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99.28% LFW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95548" y="411480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121A2E"/>
          </a:solidFill>
          <a:ln w="15875">
            <a:solidFill>
              <a:srgbClr val="FF6B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95548" y="4114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1.15 MB MODEL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10148" y="411480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121A2E"/>
          </a:solidFill>
          <a:ln w="15875">
            <a:solidFill>
              <a:srgbClr val="00D4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0148" y="4114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63 ms / FACE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724748" y="411480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121A2E"/>
          </a:solidFill>
          <a:ln w="15875">
            <a:solidFill>
              <a:srgbClr val="1F5F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24748" y="4114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5FC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 OFFLINE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0" y="51206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677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HACKATHON 7.0   ·   DATALAKE 3.0 READY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Attendance breaks down where the highway is built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NHAI manages 50,000+ construction workers across remote highway stretches with little or no connectivity.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registers invite proxy punching. Online biometric devices fail in the field. There is no reliable way to prove who was actually on-site — or that they were safe to be there.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766560" y="1783080"/>
            <a:ext cx="4754880" cy="1325880"/>
          </a:xfrm>
          <a:prstGeom prst="roundRect">
            <a:avLst>
              <a:gd name="adj" fmla="val 8276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0" y="1783080"/>
            <a:ext cx="82296" cy="13258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0" y="1947672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50,000+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0" y="194767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across remote sites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66560" y="3291840"/>
            <a:ext cx="4754880" cy="1325880"/>
          </a:xfrm>
          <a:prstGeom prst="roundRect">
            <a:avLst>
              <a:gd name="adj" fmla="val 8276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0" y="3291840"/>
            <a:ext cx="82296" cy="13258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0" y="3456432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9144000" y="345643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bars of signal in the field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4800600"/>
            <a:ext cx="4754880" cy="1325880"/>
          </a:xfrm>
          <a:prstGeom prst="roundRect">
            <a:avLst>
              <a:gd name="adj" fmla="val 8276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66560" y="4800600"/>
            <a:ext cx="82296" cy="132588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4965192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NIL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144000" y="496519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proof of presence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42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77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FACE AUTH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0" y="6565392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NHAI Hackathon 7.0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65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Authenticate any worker by face — fully offline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783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face recognition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212140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MobileFaceNet model we trained ourselves — 99.28% LFW.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7063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67919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Liveness + anti-spoofing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30175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 / smile / head-turn challenges defeat photo &amp; video replay.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667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E676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57530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Privacy by design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9136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BioHash cancellable templates — the raw face is never stored.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6285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FC107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447141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Safety + presence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80974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geofencing and PPE checks gate every check-in.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5896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F5FCB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536752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Syncs when online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70585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Offline-first; pushes to NHAI Datalake 3.0 when a signal returns.</a:t>
            </a:r>
            <a:endParaRPr lang="en-US" sz="1300" dirty="0"/>
          </a:p>
        </p:txBody>
      </p:sp>
      <p:pic>
        <p:nvPicPr>
          <p:cNvPr id="19" name="Image 0" descr="C:\Users\Khamir\OneDrive\Desktop\Face Detect\FaceAuthApp\docs\screenshots\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6208" y="1691640"/>
            <a:ext cx="2035743" cy="429768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8766208" y="1691640"/>
            <a:ext cx="2035743" cy="4297680"/>
          </a:xfrm>
          <a:prstGeom prst="roundRect">
            <a:avLst>
              <a:gd name="adj" fmla="val 3593"/>
            </a:avLst>
          </a:prstGeom>
          <a:ln w="15875">
            <a:solidFill>
              <a:srgbClr val="1E2A4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12480" y="6062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Center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424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77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FACE AUTH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0" y="6565392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NHAI Hackathon 7.0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47120" y="6565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00D4FF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WE BUILT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custom model — trained from scratch, not an API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200400" cy="274320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3200400" cy="8229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402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99.28%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LFW 10-fold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accuracy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MobileFaceNet + ArcFace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1828800"/>
            <a:ext cx="2377440" cy="841248"/>
          </a:xfrm>
          <a:prstGeom prst="roundRect">
            <a:avLst>
              <a:gd name="adj" fmla="val 13043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51960" y="19019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490,623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25196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images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56832" y="1828800"/>
            <a:ext cx="2377440" cy="841248"/>
          </a:xfrm>
          <a:prstGeom prst="roundRect">
            <a:avLst>
              <a:gd name="adj" fmla="val 13043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93992" y="19019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10,572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93992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98864" y="1828800"/>
            <a:ext cx="2377440" cy="841248"/>
          </a:xfrm>
          <a:prstGeom prst="roundRect">
            <a:avLst>
              <a:gd name="adj" fmla="val 13043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36024" y="19019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 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33602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0" y="2834640"/>
            <a:ext cx="2377440" cy="841248"/>
          </a:xfrm>
          <a:prstGeom prst="roundRect">
            <a:avLst>
              <a:gd name="adj" fmla="val 13043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51960" y="29077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128-D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25196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56832" y="2834640"/>
            <a:ext cx="2377440" cy="841248"/>
          </a:xfrm>
          <a:prstGeom prst="roundRect">
            <a:avLst>
              <a:gd name="adj" fmla="val 13043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93992" y="29077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1.15 MB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93992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model size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98864" y="2834640"/>
            <a:ext cx="2377440" cy="841248"/>
          </a:xfrm>
          <a:prstGeom prst="roundRect">
            <a:avLst>
              <a:gd name="adj" fmla="val 13043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36024" y="29077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63 ms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336024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latency / face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77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PIPELINE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0" y="40690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4069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6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CASIA-WebFace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80760" y="40690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4069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6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MobileFaceNet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46720" y="406908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0" y="40690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6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ArcFace s=64 m=0.5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0" y="45720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45720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6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SGD + cosine LR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45720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45720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6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PyTorch -&gt; ONNX -&gt; INT8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052560" y="45720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52560" y="4572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6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LFW / CFP-FP / AgeDB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HACKATHON CONSTRAINTS  </a:t>
            </a:r>
            <a:pPr algn="l"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</a:t>
            </a:r>
            <a:pPr algn="l" indent="0" marL="0">
              <a:buNone/>
            </a:pPr>
            <a:r>
              <a:rPr lang="en-US" sz="1100" dirty="0">
                <a:solidFill>
                  <a:srgbClr val="677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&lt; 20 MB  ·  &lt; 1 s/face  ·  &gt; 95% LFW  ·  self-trained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424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77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FACE AUTH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0" y="6565392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NHAI Hackathon 7.0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47120" y="6565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camera frame to verified identity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27152" y="2194560"/>
            <a:ext cx="1993392" cy="1920240"/>
          </a:xfrm>
          <a:prstGeom prst="roundRect">
            <a:avLst>
              <a:gd name="adj" fmla="val 5714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1240" y="2423160"/>
            <a:ext cx="585216" cy="5852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1231240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7152" y="31089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Capture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8592" y="349300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VisionCamera v5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/ back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20544" y="2743200"/>
            <a:ext cx="292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77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813152" y="2194560"/>
            <a:ext cx="1993392" cy="1920240"/>
          </a:xfrm>
          <a:prstGeom prst="roundRect">
            <a:avLst>
              <a:gd name="adj" fmla="val 5714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17240" y="2423160"/>
            <a:ext cx="585216" cy="58521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3517240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13152" y="31089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04592" y="349300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Kit face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6544" y="2743200"/>
            <a:ext cx="292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77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099152" y="2194560"/>
            <a:ext cx="1993392" cy="1920240"/>
          </a:xfrm>
          <a:prstGeom prst="roundRect">
            <a:avLst>
              <a:gd name="adj" fmla="val 5714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03240" y="2423160"/>
            <a:ext cx="585216" cy="585216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18" name="Text 16"/>
          <p:cNvSpPr/>
          <p:nvPr/>
        </p:nvSpPr>
        <p:spPr>
          <a:xfrm>
            <a:off x="5803240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99152" y="31089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Embed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190592" y="349300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128-D MobileFaceNet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92544" y="2743200"/>
            <a:ext cx="292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77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385152" y="2194560"/>
            <a:ext cx="1993392" cy="1920240"/>
          </a:xfrm>
          <a:prstGeom prst="roundRect">
            <a:avLst>
              <a:gd name="adj" fmla="val 5714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89240" y="2423160"/>
            <a:ext cx="585216" cy="585216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24" name="Text 22"/>
          <p:cNvSpPr/>
          <p:nvPr/>
        </p:nvSpPr>
        <p:spPr>
          <a:xfrm>
            <a:off x="8089240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85152" y="31089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Protect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476592" y="349300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BioHash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378544" y="2743200"/>
            <a:ext cx="292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77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9671152" y="2194560"/>
            <a:ext cx="1993392" cy="1920240"/>
          </a:xfrm>
          <a:prstGeom prst="roundRect">
            <a:avLst>
              <a:gd name="adj" fmla="val 5714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75240" y="2423160"/>
            <a:ext cx="585216" cy="585216"/>
          </a:xfrm>
          <a:prstGeom prst="ellipse">
            <a:avLst/>
          </a:prstGeom>
          <a:solidFill>
            <a:srgbClr val="1F5FCB"/>
          </a:solidFill>
          <a:ln/>
        </p:spPr>
      </p:sp>
      <p:sp>
        <p:nvSpPr>
          <p:cNvPr id="30" name="Text 28"/>
          <p:cNvSpPr/>
          <p:nvPr/>
        </p:nvSpPr>
        <p:spPr>
          <a:xfrm>
            <a:off x="10375240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671152" y="31089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Match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762592" y="349300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vs adaptive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461772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0E1424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080" y="4617720"/>
            <a:ext cx="82296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Resilience by design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4400" y="513892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neural ONNX embedding runs with an eye-aligned geometric landmark fallback — translation-, scale- and rotation-invariant — so recognition works on every phone, even where the runtime lacks the quantized operator set. No device is left unsupported.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424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77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FACE AUTH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0" y="6565392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NHAI Hackathon 7.0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47120" y="6565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SECURITY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 to fool. Safe with the data.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13055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Active Liveness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32688" y="27432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randomized challenges — blink, smile, head-turn — with live progress. Defeats printed photos and video replay.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91072" y="187452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65392" y="214884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7205472" y="213055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Anti-Spoofing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Laplacian-variance texture analysis flags screens and prints before a match is ever attempted.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251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E676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423367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BioHash Privacy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32688" y="48463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24745 cancellable templates. The raw 128-D face vector is never stored and can be revoked &amp; re-issued.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91072" y="397764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65392" y="4251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FC107"/>
          </a:solidFill>
          <a:ln/>
        </p:spPr>
      </p:sp>
      <p:sp>
        <p:nvSpPr>
          <p:cNvPr id="18" name="Text 16"/>
          <p:cNvSpPr/>
          <p:nvPr/>
        </p:nvSpPr>
        <p:spPr>
          <a:xfrm>
            <a:off x="7205472" y="423367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Encryption &amp; Lockout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83680" y="48463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 at rest, 3-attempt lockout with cooldown, and GDPR-style retention with auto-purge.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42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77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FACE AUTH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0" y="6565392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NHAI Hackathon 7.0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65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FIELD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More than attendance — a worksite safety checkpoint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11296" cy="1783080"/>
          </a:xfrm>
          <a:prstGeom prst="roundRect">
            <a:avLst>
              <a:gd name="adj" fmla="val 6154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384048" cy="38404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2432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GPS Geofencing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0088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/ out validated against site boundaries.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4256" y="1874520"/>
            <a:ext cx="3511296" cy="1783080"/>
          </a:xfrm>
          <a:prstGeom prst="roundRect">
            <a:avLst>
              <a:gd name="adj" fmla="val 6154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08576" y="2148840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4608576" y="262432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PPE Compliance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08576" y="2990088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Helmet &amp; hi-vis vest detection gates site entry.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28432" y="1874520"/>
            <a:ext cx="3511296" cy="1783080"/>
          </a:xfrm>
          <a:prstGeom prst="roundRect">
            <a:avLst>
              <a:gd name="adj" fmla="val 6154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02752" y="2148840"/>
            <a:ext cx="384048" cy="384048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14" name="Text 12"/>
          <p:cNvSpPr/>
          <p:nvPr/>
        </p:nvSpPr>
        <p:spPr>
          <a:xfrm>
            <a:off x="8302752" y="262432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Aadhaar Linkage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02752" y="2990088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capture with Verhoeff checksum + masking.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58768"/>
            <a:ext cx="3511296" cy="1783080"/>
          </a:xfrm>
          <a:prstGeom prst="roundRect">
            <a:avLst>
              <a:gd name="adj" fmla="val 6154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133088"/>
            <a:ext cx="384048" cy="384048"/>
          </a:xfrm>
          <a:prstGeom prst="ellipse">
            <a:avLst/>
          </a:prstGeom>
          <a:solidFill>
            <a:srgbClr val="1F5FC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608576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Offline-First Sync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974336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Zero-signal operation; retries to Datalake 3.0.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34256" y="3858768"/>
            <a:ext cx="3511296" cy="1783080"/>
          </a:xfrm>
          <a:prstGeom prst="roundRect">
            <a:avLst>
              <a:gd name="adj" fmla="val 6154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08576" y="4133088"/>
            <a:ext cx="384048" cy="38404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22" name="Text 20"/>
          <p:cNvSpPr/>
          <p:nvPr/>
        </p:nvSpPr>
        <p:spPr>
          <a:xfrm>
            <a:off x="4608576" y="4608576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Analytics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08576" y="4974336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rate, confidence, spoof blocks, 7-day trends.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28432" y="3858768"/>
            <a:ext cx="3511296" cy="1783080"/>
          </a:xfrm>
          <a:prstGeom prst="roundRect">
            <a:avLst>
              <a:gd name="adj" fmla="val 6154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02752" y="4133088"/>
            <a:ext cx="384048" cy="38404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8302752" y="4608576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Hindi / English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02752" y="4974336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prompts and high-contrast outdoor UI.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42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77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FACE AUTH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0" y="6565392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NHAI Hackathon 7.0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565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dark command center for site supervisors</a:t>
            </a:r>
            <a:endParaRPr lang="en-US" sz="3300" dirty="0"/>
          </a:p>
        </p:txBody>
      </p:sp>
      <p:pic>
        <p:nvPicPr>
          <p:cNvPr id="4" name="Image 0" descr="C:\Users\Khamir\OneDrive\Desktop\Face Detect\FaceAuthApp\docs\screenshots\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7814" y="1783080"/>
            <a:ext cx="1970773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757814" y="1783080"/>
            <a:ext cx="1970773" cy="4160520"/>
          </a:xfrm>
          <a:prstGeom prst="roundRect">
            <a:avLst>
              <a:gd name="adj" fmla="val 3712"/>
            </a:avLst>
          </a:prstGeom>
          <a:ln w="15875">
            <a:solidFill>
              <a:srgbClr val="1E2A4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71600" y="6016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Center</a:t>
            </a:r>
            <a:endParaRPr lang="en-US" sz="1100" dirty="0"/>
          </a:p>
        </p:txBody>
      </p:sp>
      <p:pic>
        <p:nvPicPr>
          <p:cNvPr id="7" name="Image 1" descr="C:\Users\Khamir\OneDrive\Desktop\Face Detect\FaceAuthApp\docs\screenshots\enro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918" y="1783080"/>
            <a:ext cx="1970773" cy="41605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110918" y="1783080"/>
            <a:ext cx="1970773" cy="4160520"/>
          </a:xfrm>
          <a:prstGeom prst="roundRect">
            <a:avLst>
              <a:gd name="adj" fmla="val 3712"/>
            </a:avLst>
          </a:prstGeom>
          <a:ln w="15875">
            <a:solidFill>
              <a:srgbClr val="1E2A4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724705" y="6016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Enrolment</a:t>
            </a:r>
            <a:endParaRPr lang="en-US" sz="1100" dirty="0"/>
          </a:p>
        </p:txBody>
      </p:sp>
      <p:pic>
        <p:nvPicPr>
          <p:cNvPr id="10" name="Image 2" descr="C:\Users\Khamir\OneDrive\Desktop\Face Detect\FaceAuthApp\docs\screenshots\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109" y="1783080"/>
            <a:ext cx="1970773" cy="416052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463109" y="1783080"/>
            <a:ext cx="1970773" cy="4160520"/>
          </a:xfrm>
          <a:prstGeom prst="roundRect">
            <a:avLst>
              <a:gd name="adj" fmla="val 3712"/>
            </a:avLst>
          </a:prstGeom>
          <a:ln w="15875">
            <a:solidFill>
              <a:srgbClr val="1E2A44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076895" y="6016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Analytics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424"/>
          </a:solidFill>
          <a:ln/>
        </p:spPr>
      </p:sp>
      <p:sp>
        <p:nvSpPr>
          <p:cNvPr id="14" name="Text 9"/>
          <p:cNvSpPr/>
          <p:nvPr/>
        </p:nvSpPr>
        <p:spPr>
          <a:xfrm>
            <a:off x="457200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77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FACE AUTH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3657600" y="6565392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NHAI Hackathon 7.0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247120" y="6565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Twelve screens, one coherent system</a:t>
            </a:r>
            <a:endParaRPr lang="en-US" sz="3300" dirty="0"/>
          </a:p>
        </p:txBody>
      </p:sp>
      <p:pic>
        <p:nvPicPr>
          <p:cNvPr id="4" name="Image 0" descr="C:\Users\Khamir\OneDrive\Desktop\Face Detect\FaceAuthApp\docs\screenshots\attend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597" y="1828800"/>
            <a:ext cx="1884145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504597" y="1828800"/>
            <a:ext cx="1884145" cy="3977640"/>
          </a:xfrm>
          <a:prstGeom prst="roundRect">
            <a:avLst>
              <a:gd name="adj" fmla="val 3883"/>
            </a:avLst>
          </a:prstGeom>
          <a:ln w="15875">
            <a:solidFill>
              <a:srgbClr val="1E2A4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5070" y="5879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1100" dirty="0"/>
          </a:p>
        </p:txBody>
      </p:sp>
      <p:pic>
        <p:nvPicPr>
          <p:cNvPr id="7" name="Image 1" descr="C:\Users\Khamir\OneDrive\Desktop\Face Detect\FaceAuthApp\docs\screenshots\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382" y="1828800"/>
            <a:ext cx="1884145" cy="39776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937382" y="1828800"/>
            <a:ext cx="1884145" cy="3977640"/>
          </a:xfrm>
          <a:prstGeom prst="roundRect">
            <a:avLst>
              <a:gd name="adj" fmla="val 3883"/>
            </a:avLst>
          </a:prstGeom>
          <a:ln w="15875">
            <a:solidFill>
              <a:srgbClr val="1E2A4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507855" y="5879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endParaRPr lang="en-US" sz="1100" dirty="0"/>
          </a:p>
        </p:txBody>
      </p:sp>
      <p:pic>
        <p:nvPicPr>
          <p:cNvPr id="10" name="Image 2" descr="C:\Users\Khamir\OneDrive\Desktop\Face Detect\FaceAuthApp\docs\screenshots\peo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8" y="1828800"/>
            <a:ext cx="1884145" cy="3977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370168" y="1828800"/>
            <a:ext cx="1884145" cy="3977640"/>
          </a:xfrm>
          <a:prstGeom prst="roundRect">
            <a:avLst>
              <a:gd name="adj" fmla="val 3883"/>
            </a:avLst>
          </a:prstGeom>
          <a:ln w="15875">
            <a:solidFill>
              <a:srgbClr val="1E2A44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940640" y="5879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Registry</a:t>
            </a:r>
            <a:endParaRPr lang="en-US" sz="1100" dirty="0"/>
          </a:p>
        </p:txBody>
      </p:sp>
      <p:pic>
        <p:nvPicPr>
          <p:cNvPr id="13" name="Image 3" descr="C:\Users\Khamir\OneDrive\Desktop\Face Detect\FaceAuthApp\docs\screenshots\hist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2953" y="1828800"/>
            <a:ext cx="1884145" cy="39776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8802953" y="1828800"/>
            <a:ext cx="1884145" cy="3977640"/>
          </a:xfrm>
          <a:prstGeom prst="roundRect">
            <a:avLst>
              <a:gd name="adj" fmla="val 3883"/>
            </a:avLst>
          </a:prstGeom>
          <a:ln w="15875">
            <a:solidFill>
              <a:srgbClr val="1E2A44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8373425" y="5879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History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424"/>
          </a:solidFill>
          <a:ln/>
        </p:spPr>
      </p:sp>
      <p:sp>
        <p:nvSpPr>
          <p:cNvPr id="17" name="Text 11"/>
          <p:cNvSpPr/>
          <p:nvPr/>
        </p:nvSpPr>
        <p:spPr>
          <a:xfrm>
            <a:off x="457200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77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FACE AUTH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3657600" y="6565392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NHAI Hackathon 7.0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247120" y="6565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Engineering that holds up in production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82296" cy="18745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7510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On-Device Pipeline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37744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VisionCamera v5 capture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Kit detection + landmarks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MobileFaceNet 128-D (ONNX)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Eye-aligned geometric fallback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match · adaptive threshold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91072" y="182880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91072" y="1828800"/>
            <a:ext cx="82296" cy="187452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0" name="Text 8"/>
          <p:cNvSpPr/>
          <p:nvPr/>
        </p:nvSpPr>
        <p:spPr>
          <a:xfrm>
            <a:off x="6565392" y="197510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&amp; Privacy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11112" y="237744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BioHash ISO/IEC 24745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 at rest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 + Laplacian anti-spoof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3-attempt lockout + cooldown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GDPR-style retention &amp; purge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904488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904488"/>
            <a:ext cx="82296" cy="18745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507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4453128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0.85 · Hermes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Kotlin face-processor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offline-first store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sync → Datalake 3.0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APK · no server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91072" y="3904488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121A2E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91072" y="3904488"/>
            <a:ext cx="82296" cy="18745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40507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C1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 Features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11112" y="4453128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geofencing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PPE helmet / vest gate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Aadhaar Verhoeff validation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/ English voice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analytics &amp; trends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42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77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FACE AUTH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0" y="6565392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NHAI Hackathon 7.0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65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the brief — and beyond it</a:t>
            </a:r>
            <a:endParaRPr lang="en-US" sz="3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114800"/>
                <a:gridCol w="35021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1F5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0E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NHAI Face Auth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6778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systems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6B6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 fully offline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6B6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— every feature on-device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6B6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connectivity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6B6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Face model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6B6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Self-trained, 99.28% LFW, 1.15 MB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6B6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API or 10–50 MB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6B6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Template protection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6B6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BioHash (raw face never stored)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6B6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 embedding stored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6B6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Liveness &amp; anti-spoof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6B6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challenges + texture analysis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6B6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Single-factor or none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6B6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Device coverage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6B6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Neural + geometric fallback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6B6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Fails on unsupported ops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6B6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Beyond attendance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6B6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Geofence + PPE safety gate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6B6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Attendance only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424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77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FACE AUTH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0" y="6565392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NHAI Hackathon 7.0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565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286000"/>
            <a:ext cx="6400800" cy="6400800"/>
          </a:xfrm>
          <a:prstGeom prst="ellipse">
            <a:avLst/>
          </a:prstGeom>
          <a:solidFill>
            <a:srgbClr val="FF6B35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00D4FF">
              <a:alpha val="1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41848" y="91440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pic>
        <p:nvPicPr>
          <p:cNvPr id="5" name="Image 0" descr="C:\Users\Khamir\OneDrive\Desktop\Face Detect\FaceAuthApp\docs\nha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005840"/>
            <a:ext cx="768096" cy="7406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10312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1F5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for the field. Ready to win.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828800" y="3017520"/>
            <a:ext cx="8534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custom-trained face model at 99.28% LFW, wrapped in an offline-first, privacy-first app that makes NHAI worksite attendance trustworthy — with or without a signal.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63828" y="406908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121A2E"/>
          </a:solidFill>
          <a:ln w="15875">
            <a:solidFill>
              <a:srgbClr val="00E67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63828" y="4069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99.28% LFW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786988" y="406908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121A2E"/>
          </a:solidFill>
          <a:ln w="15875">
            <a:solidFill>
              <a:srgbClr val="FF6B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86988" y="4069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1.15 MB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10148" y="406908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121A2E"/>
          </a:solidFill>
          <a:ln w="15875">
            <a:solidFill>
              <a:srgbClr val="00D4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0148" y="4069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63 ms/FACE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633308" y="406908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121A2E"/>
          </a:solidFill>
          <a:ln w="15875">
            <a:solidFill>
              <a:srgbClr val="1F5F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33308" y="4069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5FC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 OFFLINE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677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FACE AUTH  ·  NATIONAL HIGHWAYS AUTHORITY OF INDIA  ·  HACKATHON 7.0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NHAI Face Auth — Hackathon 7.0</dc:title>
  <dc:subject>PptxGenJS Presentation</dc:subject>
  <dc:creator>NHAI Face Auth Team</dc:creator>
  <cp:lastModifiedBy>NHAI Face Auth Team</cp:lastModifiedBy>
  <cp:revision>1</cp:revision>
  <dcterms:created xsi:type="dcterms:W3CDTF">2026-06-05T13:37:48Z</dcterms:created>
  <dcterms:modified xsi:type="dcterms:W3CDTF">2026-06-05T13:37:48Z</dcterms:modified>
</cp:coreProperties>
</file>